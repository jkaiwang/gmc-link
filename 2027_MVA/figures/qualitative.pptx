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400800" cy="5956300"/>
  <p:notesSz cx="6400800" cy="59563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105"/>
  </p:normalViewPr>
  <p:slideViewPr>
    <p:cSldViewPr>
      <p:cViewPr>
        <p:scale>
          <a:sx n="90" d="100"/>
          <a:sy n="90" d="100"/>
        </p:scale>
        <p:origin x="2312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0060" y="1846453"/>
            <a:ext cx="5440680" cy="12508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60120" y="3335528"/>
            <a:ext cx="4480560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20040" y="1369949"/>
            <a:ext cx="2784348" cy="3931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296412" y="1369949"/>
            <a:ext cx="2784348" cy="3931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287" y="18287"/>
            <a:ext cx="6359236" cy="1917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206164" y="888714"/>
            <a:ext cx="297180" cy="143510"/>
          </a:xfrm>
          <a:custGeom>
            <a:avLst/>
            <a:gdLst/>
            <a:ahLst/>
            <a:cxnLst/>
            <a:rect l="l" t="t" r="r" b="b"/>
            <a:pathLst>
              <a:path w="297180" h="143509">
                <a:moveTo>
                  <a:pt x="0" y="0"/>
                </a:moveTo>
                <a:lnTo>
                  <a:pt x="296969" y="0"/>
                </a:lnTo>
                <a:lnTo>
                  <a:pt x="296969" y="143364"/>
                </a:lnTo>
                <a:lnTo>
                  <a:pt x="0" y="143364"/>
                </a:lnTo>
                <a:lnTo>
                  <a:pt x="0" y="0"/>
                </a:lnTo>
                <a:close/>
              </a:path>
            </a:pathLst>
          </a:custGeom>
          <a:ln w="27939">
            <a:solidFill>
              <a:srgbClr val="DF24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93099" y="888714"/>
            <a:ext cx="287020" cy="281940"/>
          </a:xfrm>
          <a:custGeom>
            <a:avLst/>
            <a:gdLst/>
            <a:ahLst/>
            <a:cxnLst/>
            <a:rect l="l" t="t" r="r" b="b"/>
            <a:pathLst>
              <a:path w="287020" h="281940">
                <a:moveTo>
                  <a:pt x="0" y="0"/>
                </a:moveTo>
                <a:lnTo>
                  <a:pt x="286728" y="0"/>
                </a:lnTo>
                <a:lnTo>
                  <a:pt x="286728" y="281608"/>
                </a:lnTo>
                <a:lnTo>
                  <a:pt x="0" y="281608"/>
                </a:lnTo>
                <a:lnTo>
                  <a:pt x="0" y="0"/>
                </a:lnTo>
                <a:close/>
              </a:path>
            </a:pathLst>
          </a:custGeom>
          <a:ln w="27940">
            <a:solidFill>
              <a:srgbClr val="15A6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72619" y="18287"/>
            <a:ext cx="0" cy="1920239"/>
          </a:xfrm>
          <a:custGeom>
            <a:avLst/>
            <a:gdLst/>
            <a:ahLst/>
            <a:cxnLst/>
            <a:rect l="l" t="t" r="r" b="b"/>
            <a:pathLst>
              <a:path h="1920239">
                <a:moveTo>
                  <a:pt x="0" y="1920059"/>
                </a:moveTo>
                <a:lnTo>
                  <a:pt x="0" y="0"/>
                </a:lnTo>
              </a:path>
            </a:pathLst>
          </a:custGeom>
          <a:ln w="12700">
            <a:solidFill>
              <a:srgbClr val="15A63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8287" y="18287"/>
            <a:ext cx="6359525" cy="1920239"/>
          </a:xfrm>
          <a:custGeom>
            <a:avLst/>
            <a:gdLst/>
            <a:ahLst/>
            <a:cxnLst/>
            <a:rect l="l" t="t" r="r" b="b"/>
            <a:pathLst>
              <a:path w="6359525" h="1920239">
                <a:moveTo>
                  <a:pt x="0" y="1920059"/>
                </a:moveTo>
                <a:lnTo>
                  <a:pt x="0" y="0"/>
                </a:lnTo>
              </a:path>
              <a:path w="6359525" h="1920239">
                <a:moveTo>
                  <a:pt x="6359236" y="1920059"/>
                </a:moveTo>
                <a:lnTo>
                  <a:pt x="6359236" y="0"/>
                </a:lnTo>
              </a:path>
              <a:path w="6359525" h="1920239">
                <a:moveTo>
                  <a:pt x="0" y="1920059"/>
                </a:moveTo>
                <a:lnTo>
                  <a:pt x="6359236" y="1920059"/>
                </a:lnTo>
              </a:path>
              <a:path w="6359525" h="1920239">
                <a:moveTo>
                  <a:pt x="0" y="0"/>
                </a:moveTo>
                <a:lnTo>
                  <a:pt x="6359236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8929" y="74380"/>
            <a:ext cx="555625" cy="139065"/>
          </a:xfrm>
          <a:custGeom>
            <a:avLst/>
            <a:gdLst/>
            <a:ahLst/>
            <a:cxnLst/>
            <a:rect l="l" t="t" r="r" b="b"/>
            <a:pathLst>
              <a:path w="555625" h="139065">
                <a:moveTo>
                  <a:pt x="534868" y="0"/>
                </a:moveTo>
                <a:lnTo>
                  <a:pt x="20319" y="0"/>
                </a:lnTo>
                <a:lnTo>
                  <a:pt x="11430" y="1269"/>
                </a:lnTo>
                <a:lnTo>
                  <a:pt x="5080" y="5079"/>
                </a:lnTo>
                <a:lnTo>
                  <a:pt x="1270" y="11429"/>
                </a:lnTo>
                <a:lnTo>
                  <a:pt x="0" y="20319"/>
                </a:lnTo>
                <a:lnTo>
                  <a:pt x="0" y="118744"/>
                </a:lnTo>
                <a:lnTo>
                  <a:pt x="1270" y="127634"/>
                </a:lnTo>
                <a:lnTo>
                  <a:pt x="5080" y="133984"/>
                </a:lnTo>
                <a:lnTo>
                  <a:pt x="11430" y="137794"/>
                </a:lnTo>
                <a:lnTo>
                  <a:pt x="20319" y="139064"/>
                </a:lnTo>
                <a:lnTo>
                  <a:pt x="534868" y="139064"/>
                </a:lnTo>
                <a:lnTo>
                  <a:pt x="543758" y="137794"/>
                </a:lnTo>
                <a:lnTo>
                  <a:pt x="550108" y="133984"/>
                </a:lnTo>
                <a:lnTo>
                  <a:pt x="553918" y="127634"/>
                </a:lnTo>
                <a:lnTo>
                  <a:pt x="555188" y="118744"/>
                </a:lnTo>
                <a:lnTo>
                  <a:pt x="555188" y="20319"/>
                </a:lnTo>
                <a:lnTo>
                  <a:pt x="553918" y="11429"/>
                </a:lnTo>
                <a:lnTo>
                  <a:pt x="550108" y="5079"/>
                </a:lnTo>
                <a:lnTo>
                  <a:pt x="543758" y="1269"/>
                </a:lnTo>
                <a:lnTo>
                  <a:pt x="534868" y="0"/>
                </a:lnTo>
                <a:close/>
              </a:path>
            </a:pathLst>
          </a:custGeom>
          <a:solidFill>
            <a:srgbClr val="000000">
              <a:alpha val="5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0040" y="238252"/>
            <a:ext cx="5760720" cy="953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0040" y="1369949"/>
            <a:ext cx="5760720" cy="3931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76272" y="5539359"/>
            <a:ext cx="2048256" cy="297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20040" y="5539359"/>
            <a:ext cx="1472184" cy="297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608576" y="5539359"/>
            <a:ext cx="1472184" cy="297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49" y="48855"/>
            <a:ext cx="53848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b="1" spc="-45" dirty="0">
                <a:solidFill>
                  <a:srgbClr val="FFFFFF"/>
                </a:solidFill>
                <a:latin typeface="Verdana"/>
                <a:cs typeface="Verdana"/>
              </a:rPr>
              <a:t>frame</a:t>
            </a:r>
            <a:r>
              <a:rPr sz="850" b="1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b="1" spc="-35" dirty="0">
                <a:solidFill>
                  <a:srgbClr val="FFFFFF"/>
                </a:solidFill>
                <a:latin typeface="Verdana"/>
                <a:cs typeface="Verdana"/>
              </a:rPr>
              <a:t>85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50359" y="369146"/>
            <a:ext cx="1609090" cy="510313"/>
            <a:chOff x="1197891" y="443690"/>
            <a:chExt cx="1609090" cy="420465"/>
          </a:xfrm>
        </p:grpSpPr>
        <p:sp>
          <p:nvSpPr>
            <p:cNvPr id="4" name="object 4"/>
            <p:cNvSpPr/>
            <p:nvPr/>
          </p:nvSpPr>
          <p:spPr>
            <a:xfrm>
              <a:off x="1402377" y="734616"/>
              <a:ext cx="251460" cy="129539"/>
            </a:xfrm>
            <a:custGeom>
              <a:avLst/>
              <a:gdLst/>
              <a:ahLst/>
              <a:cxnLst/>
              <a:rect l="l" t="t" r="r" b="b"/>
              <a:pathLst>
                <a:path w="251460" h="129540">
                  <a:moveTo>
                    <a:pt x="251355" y="0"/>
                  </a:moveTo>
                  <a:lnTo>
                    <a:pt x="207534" y="22578"/>
                  </a:lnTo>
                  <a:lnTo>
                    <a:pt x="164485" y="44758"/>
                  </a:lnTo>
                  <a:lnTo>
                    <a:pt x="122206" y="66541"/>
                  </a:lnTo>
                  <a:lnTo>
                    <a:pt x="80699" y="87927"/>
                  </a:lnTo>
                  <a:lnTo>
                    <a:pt x="39964" y="108915"/>
                  </a:lnTo>
                  <a:lnTo>
                    <a:pt x="0" y="129506"/>
                  </a:lnTo>
                </a:path>
                <a:path w="251460" h="129540">
                  <a:moveTo>
                    <a:pt x="42026" y="128997"/>
                  </a:moveTo>
                  <a:lnTo>
                    <a:pt x="0" y="129506"/>
                  </a:lnTo>
                  <a:lnTo>
                    <a:pt x="24808" y="95580"/>
                  </a:lnTo>
                </a:path>
              </a:pathLst>
            </a:custGeom>
            <a:ln w="13970">
              <a:solidFill>
                <a:srgbClr val="DF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97891" y="443690"/>
              <a:ext cx="1609090" cy="301354"/>
            </a:xfrm>
            <a:custGeom>
              <a:avLst/>
              <a:gdLst/>
              <a:ahLst/>
              <a:cxnLst/>
              <a:rect l="l" t="t" r="r" b="b"/>
              <a:pathLst>
                <a:path w="1609089" h="243204">
                  <a:moveTo>
                    <a:pt x="1585595" y="0"/>
                  </a:moveTo>
                  <a:lnTo>
                    <a:pt x="23494" y="0"/>
                  </a:lnTo>
                  <a:lnTo>
                    <a:pt x="13215" y="1468"/>
                  </a:lnTo>
                  <a:lnTo>
                    <a:pt x="5873" y="5873"/>
                  </a:lnTo>
                  <a:lnTo>
                    <a:pt x="1468" y="13215"/>
                  </a:lnTo>
                  <a:lnTo>
                    <a:pt x="0" y="23495"/>
                  </a:lnTo>
                  <a:lnTo>
                    <a:pt x="0" y="219313"/>
                  </a:lnTo>
                  <a:lnTo>
                    <a:pt x="1468" y="229592"/>
                  </a:lnTo>
                  <a:lnTo>
                    <a:pt x="5873" y="236934"/>
                  </a:lnTo>
                  <a:lnTo>
                    <a:pt x="13215" y="241339"/>
                  </a:lnTo>
                  <a:lnTo>
                    <a:pt x="23494" y="242808"/>
                  </a:lnTo>
                  <a:lnTo>
                    <a:pt x="1585595" y="242808"/>
                  </a:lnTo>
                  <a:lnTo>
                    <a:pt x="1595874" y="241339"/>
                  </a:lnTo>
                  <a:lnTo>
                    <a:pt x="1603216" y="236934"/>
                  </a:lnTo>
                  <a:lnTo>
                    <a:pt x="1607621" y="229592"/>
                  </a:lnTo>
                  <a:lnTo>
                    <a:pt x="1609090" y="219313"/>
                  </a:lnTo>
                  <a:lnTo>
                    <a:pt x="1609090" y="23495"/>
                  </a:lnTo>
                  <a:lnTo>
                    <a:pt x="1607621" y="13215"/>
                  </a:lnTo>
                  <a:lnTo>
                    <a:pt x="1603216" y="5873"/>
                  </a:lnTo>
                  <a:lnTo>
                    <a:pt x="1595874" y="1468"/>
                  </a:lnTo>
                  <a:lnTo>
                    <a:pt x="15855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7891" y="443692"/>
              <a:ext cx="1609090" cy="301353"/>
            </a:xfrm>
            <a:custGeom>
              <a:avLst/>
              <a:gdLst/>
              <a:ahLst/>
              <a:cxnLst/>
              <a:rect l="l" t="t" r="r" b="b"/>
              <a:pathLst>
                <a:path w="1609089" h="243204">
                  <a:moveTo>
                    <a:pt x="23494" y="242808"/>
                  </a:moveTo>
                  <a:lnTo>
                    <a:pt x="1585595" y="242808"/>
                  </a:lnTo>
                  <a:lnTo>
                    <a:pt x="1595874" y="241339"/>
                  </a:lnTo>
                  <a:lnTo>
                    <a:pt x="1603216" y="236934"/>
                  </a:lnTo>
                  <a:lnTo>
                    <a:pt x="1607621" y="229592"/>
                  </a:lnTo>
                  <a:lnTo>
                    <a:pt x="1609090" y="219313"/>
                  </a:lnTo>
                  <a:lnTo>
                    <a:pt x="1609090" y="23495"/>
                  </a:lnTo>
                  <a:lnTo>
                    <a:pt x="1607621" y="13215"/>
                  </a:lnTo>
                  <a:lnTo>
                    <a:pt x="1603216" y="5873"/>
                  </a:lnTo>
                  <a:lnTo>
                    <a:pt x="1595874" y="1468"/>
                  </a:lnTo>
                  <a:lnTo>
                    <a:pt x="1585595" y="0"/>
                  </a:lnTo>
                  <a:lnTo>
                    <a:pt x="23494" y="0"/>
                  </a:lnTo>
                  <a:lnTo>
                    <a:pt x="13215" y="1468"/>
                  </a:lnTo>
                  <a:lnTo>
                    <a:pt x="5873" y="5873"/>
                  </a:lnTo>
                  <a:lnTo>
                    <a:pt x="1468" y="13215"/>
                  </a:lnTo>
                  <a:lnTo>
                    <a:pt x="0" y="23495"/>
                  </a:lnTo>
                  <a:lnTo>
                    <a:pt x="0" y="219313"/>
                  </a:lnTo>
                  <a:lnTo>
                    <a:pt x="1468" y="229592"/>
                  </a:lnTo>
                  <a:lnTo>
                    <a:pt x="5873" y="236934"/>
                  </a:lnTo>
                  <a:lnTo>
                    <a:pt x="13215" y="241339"/>
                  </a:lnTo>
                  <a:lnTo>
                    <a:pt x="23494" y="242808"/>
                  </a:lnTo>
                  <a:close/>
                </a:path>
              </a:pathLst>
            </a:custGeom>
            <a:ln w="761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32308" y="445630"/>
            <a:ext cx="1570990" cy="249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algn="ctr">
              <a:lnSpc>
                <a:spcPts val="880"/>
              </a:lnSpc>
              <a:spcBef>
                <a:spcPts val="100"/>
              </a:spcBef>
            </a:pPr>
            <a:r>
              <a:rPr lang="en" sz="800" b="1" spc="-40" dirty="0">
                <a:solidFill>
                  <a:srgbClr val="DF2424"/>
                </a:solidFill>
                <a:latin typeface="Verdana"/>
                <a:cs typeface="Verdana"/>
              </a:rPr>
              <a:t>Left vehicles which are parking</a:t>
            </a:r>
            <a:endParaRPr sz="800" dirty="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88352" y="841599"/>
            <a:ext cx="940435" cy="186055"/>
          </a:xfrm>
          <a:custGeom>
            <a:avLst/>
            <a:gdLst/>
            <a:ahLst/>
            <a:cxnLst/>
            <a:rect l="l" t="t" r="r" b="b"/>
            <a:pathLst>
              <a:path w="940435" h="186055">
                <a:moveTo>
                  <a:pt x="940130" y="0"/>
                </a:moveTo>
                <a:lnTo>
                  <a:pt x="889884" y="9317"/>
                </a:lnTo>
                <a:lnTo>
                  <a:pt x="839722" y="18619"/>
                </a:lnTo>
                <a:lnTo>
                  <a:pt x="789646" y="27905"/>
                </a:lnTo>
                <a:lnTo>
                  <a:pt x="739655" y="37175"/>
                </a:lnTo>
                <a:lnTo>
                  <a:pt x="689749" y="46429"/>
                </a:lnTo>
                <a:lnTo>
                  <a:pt x="639928" y="55668"/>
                </a:lnTo>
                <a:lnTo>
                  <a:pt x="590193" y="64890"/>
                </a:lnTo>
                <a:lnTo>
                  <a:pt x="540542" y="74097"/>
                </a:lnTo>
                <a:lnTo>
                  <a:pt x="490976" y="83289"/>
                </a:lnTo>
                <a:lnTo>
                  <a:pt x="441496" y="92464"/>
                </a:lnTo>
                <a:lnTo>
                  <a:pt x="392100" y="101624"/>
                </a:lnTo>
                <a:lnTo>
                  <a:pt x="342790" y="110768"/>
                </a:lnTo>
                <a:lnTo>
                  <a:pt x="293565" y="119896"/>
                </a:lnTo>
                <a:lnTo>
                  <a:pt x="244424" y="129008"/>
                </a:lnTo>
                <a:lnTo>
                  <a:pt x="195369" y="138105"/>
                </a:lnTo>
                <a:lnTo>
                  <a:pt x="146399" y="147186"/>
                </a:lnTo>
                <a:lnTo>
                  <a:pt x="97514" y="156251"/>
                </a:lnTo>
                <a:lnTo>
                  <a:pt x="48714" y="165300"/>
                </a:lnTo>
                <a:lnTo>
                  <a:pt x="0" y="174334"/>
                </a:lnTo>
              </a:path>
              <a:path w="940435" h="186055">
                <a:moveTo>
                  <a:pt x="40388" y="185960"/>
                </a:moveTo>
                <a:lnTo>
                  <a:pt x="0" y="174334"/>
                </a:lnTo>
                <a:lnTo>
                  <a:pt x="33534" y="148999"/>
                </a:lnTo>
              </a:path>
            </a:pathLst>
          </a:custGeom>
          <a:ln w="13970">
            <a:solidFill>
              <a:srgbClr val="15A6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83541" y="709136"/>
            <a:ext cx="926859" cy="305415"/>
          </a:xfrm>
          <a:custGeom>
            <a:avLst/>
            <a:gdLst/>
            <a:ahLst/>
            <a:cxnLst/>
            <a:rect l="l" t="t" r="r" b="b"/>
            <a:pathLst>
              <a:path w="1135379" h="236220">
                <a:moveTo>
                  <a:pt x="1111527" y="0"/>
                </a:moveTo>
                <a:lnTo>
                  <a:pt x="23495" y="0"/>
                </a:lnTo>
                <a:lnTo>
                  <a:pt x="13215" y="1468"/>
                </a:lnTo>
                <a:lnTo>
                  <a:pt x="5873" y="5873"/>
                </a:lnTo>
                <a:lnTo>
                  <a:pt x="1468" y="13215"/>
                </a:lnTo>
                <a:lnTo>
                  <a:pt x="0" y="23494"/>
                </a:lnTo>
                <a:lnTo>
                  <a:pt x="0" y="212407"/>
                </a:lnTo>
                <a:lnTo>
                  <a:pt x="1468" y="222686"/>
                </a:lnTo>
                <a:lnTo>
                  <a:pt x="5873" y="230028"/>
                </a:lnTo>
                <a:lnTo>
                  <a:pt x="13215" y="234434"/>
                </a:lnTo>
                <a:lnTo>
                  <a:pt x="23495" y="235902"/>
                </a:lnTo>
                <a:lnTo>
                  <a:pt x="1111527" y="235902"/>
                </a:lnTo>
                <a:lnTo>
                  <a:pt x="1121806" y="234434"/>
                </a:lnTo>
                <a:lnTo>
                  <a:pt x="1129149" y="230028"/>
                </a:lnTo>
                <a:lnTo>
                  <a:pt x="1133554" y="222686"/>
                </a:lnTo>
                <a:lnTo>
                  <a:pt x="1135022" y="212407"/>
                </a:lnTo>
                <a:lnTo>
                  <a:pt x="1135022" y="23494"/>
                </a:lnTo>
                <a:lnTo>
                  <a:pt x="1133554" y="13215"/>
                </a:lnTo>
                <a:lnTo>
                  <a:pt x="1129149" y="5873"/>
                </a:lnTo>
                <a:lnTo>
                  <a:pt x="1121806" y="1468"/>
                </a:lnTo>
                <a:lnTo>
                  <a:pt x="11115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r>
              <a:rPr lang="en-US" sz="900" b="1" dirty="0">
                <a:solidFill>
                  <a:srgbClr val="00B050"/>
                </a:solidFill>
              </a:rPr>
              <a:t>Vehicles in front of us</a:t>
            </a:r>
            <a:endParaRPr sz="900" b="1" dirty="0">
              <a:solidFill>
                <a:srgbClr val="00B050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86200" y="706396"/>
            <a:ext cx="926855" cy="305415"/>
          </a:xfrm>
          <a:custGeom>
            <a:avLst/>
            <a:gdLst/>
            <a:ahLst/>
            <a:cxnLst/>
            <a:rect l="l" t="t" r="r" b="b"/>
            <a:pathLst>
              <a:path w="1135379" h="236220">
                <a:moveTo>
                  <a:pt x="23495" y="235902"/>
                </a:moveTo>
                <a:lnTo>
                  <a:pt x="1111527" y="235902"/>
                </a:lnTo>
                <a:lnTo>
                  <a:pt x="1121806" y="234434"/>
                </a:lnTo>
                <a:lnTo>
                  <a:pt x="1129149" y="230028"/>
                </a:lnTo>
                <a:lnTo>
                  <a:pt x="1133554" y="222686"/>
                </a:lnTo>
                <a:lnTo>
                  <a:pt x="1135022" y="212407"/>
                </a:lnTo>
                <a:lnTo>
                  <a:pt x="1135022" y="23494"/>
                </a:lnTo>
                <a:lnTo>
                  <a:pt x="1133554" y="13215"/>
                </a:lnTo>
                <a:lnTo>
                  <a:pt x="1129149" y="5873"/>
                </a:lnTo>
                <a:lnTo>
                  <a:pt x="1121806" y="1468"/>
                </a:lnTo>
                <a:lnTo>
                  <a:pt x="1111527" y="0"/>
                </a:lnTo>
                <a:lnTo>
                  <a:pt x="23495" y="0"/>
                </a:lnTo>
                <a:lnTo>
                  <a:pt x="13215" y="1468"/>
                </a:lnTo>
                <a:lnTo>
                  <a:pt x="5873" y="5873"/>
                </a:lnTo>
                <a:lnTo>
                  <a:pt x="1468" y="13215"/>
                </a:lnTo>
                <a:lnTo>
                  <a:pt x="0" y="23494"/>
                </a:lnTo>
                <a:lnTo>
                  <a:pt x="0" y="212407"/>
                </a:lnTo>
                <a:lnTo>
                  <a:pt x="1468" y="222686"/>
                </a:lnTo>
                <a:lnTo>
                  <a:pt x="5873" y="230028"/>
                </a:lnTo>
                <a:lnTo>
                  <a:pt x="13215" y="234434"/>
                </a:lnTo>
                <a:lnTo>
                  <a:pt x="23495" y="235902"/>
                </a:lnTo>
                <a:close/>
              </a:path>
            </a:pathLst>
          </a:custGeom>
          <a:ln w="761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3207" y="2010069"/>
            <a:ext cx="6369685" cy="1930400"/>
            <a:chOff x="13207" y="2010069"/>
            <a:chExt cx="6369685" cy="193040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87" y="2015149"/>
              <a:ext cx="6359236" cy="19174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29989" y="2880456"/>
              <a:ext cx="420370" cy="179705"/>
            </a:xfrm>
            <a:custGeom>
              <a:avLst/>
              <a:gdLst/>
              <a:ahLst/>
              <a:cxnLst/>
              <a:rect l="l" t="t" r="r" b="b"/>
              <a:pathLst>
                <a:path w="420369" h="179705">
                  <a:moveTo>
                    <a:pt x="0" y="0"/>
                  </a:moveTo>
                  <a:lnTo>
                    <a:pt x="419852" y="0"/>
                  </a:lnTo>
                  <a:lnTo>
                    <a:pt x="419852" y="179205"/>
                  </a:lnTo>
                  <a:lnTo>
                    <a:pt x="0" y="179205"/>
                  </a:lnTo>
                  <a:lnTo>
                    <a:pt x="0" y="0"/>
                  </a:lnTo>
                  <a:close/>
                </a:path>
              </a:pathLst>
            </a:custGeom>
            <a:ln w="27940">
              <a:solidFill>
                <a:srgbClr val="DF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2619" y="2880456"/>
              <a:ext cx="297180" cy="292100"/>
            </a:xfrm>
            <a:custGeom>
              <a:avLst/>
              <a:gdLst/>
              <a:ahLst/>
              <a:cxnLst/>
              <a:rect l="l" t="t" r="r" b="b"/>
              <a:pathLst>
                <a:path w="297179" h="292100">
                  <a:moveTo>
                    <a:pt x="0" y="0"/>
                  </a:moveTo>
                  <a:lnTo>
                    <a:pt x="296969" y="0"/>
                  </a:lnTo>
                  <a:lnTo>
                    <a:pt x="296969" y="291849"/>
                  </a:lnTo>
                  <a:lnTo>
                    <a:pt x="0" y="291849"/>
                  </a:lnTo>
                  <a:lnTo>
                    <a:pt x="0" y="0"/>
                  </a:lnTo>
                  <a:close/>
                </a:path>
              </a:pathLst>
            </a:custGeom>
            <a:ln w="27940">
              <a:solidFill>
                <a:srgbClr val="15A6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72619" y="2015149"/>
              <a:ext cx="0" cy="1920239"/>
            </a:xfrm>
            <a:custGeom>
              <a:avLst/>
              <a:gdLst/>
              <a:ahLst/>
              <a:cxnLst/>
              <a:rect l="l" t="t" r="r" b="b"/>
              <a:pathLst>
                <a:path h="1920239">
                  <a:moveTo>
                    <a:pt x="0" y="192005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15A63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287" y="2015149"/>
              <a:ext cx="6359525" cy="1920239"/>
            </a:xfrm>
            <a:custGeom>
              <a:avLst/>
              <a:gdLst/>
              <a:ahLst/>
              <a:cxnLst/>
              <a:rect l="l" t="t" r="r" b="b"/>
              <a:pathLst>
                <a:path w="6359525" h="1920239">
                  <a:moveTo>
                    <a:pt x="0" y="1920059"/>
                  </a:moveTo>
                  <a:lnTo>
                    <a:pt x="0" y="0"/>
                  </a:lnTo>
                </a:path>
                <a:path w="6359525" h="1920239">
                  <a:moveTo>
                    <a:pt x="6359236" y="1920059"/>
                  </a:moveTo>
                  <a:lnTo>
                    <a:pt x="6359236" y="0"/>
                  </a:lnTo>
                </a:path>
                <a:path w="6359525" h="1920239">
                  <a:moveTo>
                    <a:pt x="0" y="1920059"/>
                  </a:moveTo>
                  <a:lnTo>
                    <a:pt x="6359236" y="1920059"/>
                  </a:lnTo>
                </a:path>
                <a:path w="6359525" h="1920239">
                  <a:moveTo>
                    <a:pt x="0" y="0"/>
                  </a:moveTo>
                  <a:lnTo>
                    <a:pt x="6359236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929" y="2071242"/>
              <a:ext cx="555625" cy="139065"/>
            </a:xfrm>
            <a:custGeom>
              <a:avLst/>
              <a:gdLst/>
              <a:ahLst/>
              <a:cxnLst/>
              <a:rect l="l" t="t" r="r" b="b"/>
              <a:pathLst>
                <a:path w="555625" h="139064">
                  <a:moveTo>
                    <a:pt x="534868" y="0"/>
                  </a:moveTo>
                  <a:lnTo>
                    <a:pt x="20319" y="0"/>
                  </a:lnTo>
                  <a:lnTo>
                    <a:pt x="11430" y="1270"/>
                  </a:lnTo>
                  <a:lnTo>
                    <a:pt x="5080" y="5080"/>
                  </a:lnTo>
                  <a:lnTo>
                    <a:pt x="1270" y="11430"/>
                  </a:lnTo>
                  <a:lnTo>
                    <a:pt x="0" y="20319"/>
                  </a:lnTo>
                  <a:lnTo>
                    <a:pt x="0" y="118744"/>
                  </a:lnTo>
                  <a:lnTo>
                    <a:pt x="1270" y="127635"/>
                  </a:lnTo>
                  <a:lnTo>
                    <a:pt x="5080" y="133985"/>
                  </a:lnTo>
                  <a:lnTo>
                    <a:pt x="11430" y="137795"/>
                  </a:lnTo>
                  <a:lnTo>
                    <a:pt x="20319" y="139064"/>
                  </a:lnTo>
                  <a:lnTo>
                    <a:pt x="534868" y="139064"/>
                  </a:lnTo>
                  <a:lnTo>
                    <a:pt x="543758" y="137795"/>
                  </a:lnTo>
                  <a:lnTo>
                    <a:pt x="550108" y="133985"/>
                  </a:lnTo>
                  <a:lnTo>
                    <a:pt x="553918" y="127635"/>
                  </a:lnTo>
                  <a:lnTo>
                    <a:pt x="555188" y="118744"/>
                  </a:lnTo>
                  <a:lnTo>
                    <a:pt x="555188" y="20319"/>
                  </a:lnTo>
                  <a:lnTo>
                    <a:pt x="553918" y="11430"/>
                  </a:lnTo>
                  <a:lnTo>
                    <a:pt x="550108" y="5080"/>
                  </a:lnTo>
                  <a:lnTo>
                    <a:pt x="543758" y="1270"/>
                  </a:lnTo>
                  <a:lnTo>
                    <a:pt x="534868" y="0"/>
                  </a:lnTo>
                  <a:close/>
                </a:path>
              </a:pathLst>
            </a:custGeom>
            <a:solidFill>
              <a:srgbClr val="000000">
                <a:alpha val="5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549" y="2045716"/>
            <a:ext cx="54165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b="1" spc="-45" dirty="0">
                <a:solidFill>
                  <a:srgbClr val="FFFFFF"/>
                </a:solidFill>
                <a:latin typeface="Verdana"/>
                <a:cs typeface="Verdana"/>
              </a:rPr>
              <a:t>frame</a:t>
            </a:r>
            <a:r>
              <a:rPr sz="850" b="1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b="1" spc="-35" dirty="0">
                <a:solidFill>
                  <a:srgbClr val="FFFFFF"/>
                </a:solidFill>
                <a:latin typeface="Verdana"/>
                <a:cs typeface="Verdana"/>
              </a:rPr>
              <a:t>94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207" y="4006931"/>
            <a:ext cx="6369685" cy="1930400"/>
            <a:chOff x="13207" y="4006931"/>
            <a:chExt cx="6369685" cy="193040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87" y="4012011"/>
              <a:ext cx="6359236" cy="19174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9416" y="4882438"/>
              <a:ext cx="542925" cy="215265"/>
            </a:xfrm>
            <a:custGeom>
              <a:avLst/>
              <a:gdLst/>
              <a:ahLst/>
              <a:cxnLst/>
              <a:rect l="l" t="t" r="r" b="b"/>
              <a:pathLst>
                <a:path w="542925" h="215264">
                  <a:moveTo>
                    <a:pt x="0" y="0"/>
                  </a:moveTo>
                  <a:lnTo>
                    <a:pt x="542736" y="0"/>
                  </a:lnTo>
                  <a:lnTo>
                    <a:pt x="542736" y="215046"/>
                  </a:lnTo>
                  <a:lnTo>
                    <a:pt x="0" y="215046"/>
                  </a:lnTo>
                  <a:lnTo>
                    <a:pt x="0" y="0"/>
                  </a:lnTo>
                  <a:close/>
                </a:path>
              </a:pathLst>
            </a:custGeom>
            <a:ln w="27940">
              <a:solidFill>
                <a:srgbClr val="DF24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57258" y="4872197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79" h="297179">
                  <a:moveTo>
                    <a:pt x="0" y="0"/>
                  </a:moveTo>
                  <a:lnTo>
                    <a:pt x="296969" y="0"/>
                  </a:lnTo>
                  <a:lnTo>
                    <a:pt x="296969" y="296969"/>
                  </a:lnTo>
                  <a:lnTo>
                    <a:pt x="0" y="296969"/>
                  </a:lnTo>
                  <a:lnTo>
                    <a:pt x="0" y="0"/>
                  </a:lnTo>
                  <a:close/>
                </a:path>
              </a:pathLst>
            </a:custGeom>
            <a:ln w="27940">
              <a:solidFill>
                <a:srgbClr val="15A6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72619" y="4012011"/>
              <a:ext cx="0" cy="1920239"/>
            </a:xfrm>
            <a:custGeom>
              <a:avLst/>
              <a:gdLst/>
              <a:ahLst/>
              <a:cxnLst/>
              <a:rect l="l" t="t" r="r" b="b"/>
              <a:pathLst>
                <a:path h="1920239">
                  <a:moveTo>
                    <a:pt x="0" y="192005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15A63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287" y="4012011"/>
              <a:ext cx="6359525" cy="1920239"/>
            </a:xfrm>
            <a:custGeom>
              <a:avLst/>
              <a:gdLst/>
              <a:ahLst/>
              <a:cxnLst/>
              <a:rect l="l" t="t" r="r" b="b"/>
              <a:pathLst>
                <a:path w="6359525" h="1920239">
                  <a:moveTo>
                    <a:pt x="0" y="1920059"/>
                  </a:moveTo>
                  <a:lnTo>
                    <a:pt x="0" y="0"/>
                  </a:lnTo>
                </a:path>
                <a:path w="6359525" h="1920239">
                  <a:moveTo>
                    <a:pt x="6359236" y="1920059"/>
                  </a:moveTo>
                  <a:lnTo>
                    <a:pt x="6359236" y="0"/>
                  </a:lnTo>
                </a:path>
                <a:path w="6359525" h="1920239">
                  <a:moveTo>
                    <a:pt x="0" y="1920059"/>
                  </a:moveTo>
                  <a:lnTo>
                    <a:pt x="6359236" y="1920059"/>
                  </a:lnTo>
                </a:path>
                <a:path w="6359525" h="1920239">
                  <a:moveTo>
                    <a:pt x="0" y="0"/>
                  </a:moveTo>
                  <a:lnTo>
                    <a:pt x="6359236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929" y="4068103"/>
              <a:ext cx="626110" cy="139065"/>
            </a:xfrm>
            <a:custGeom>
              <a:avLst/>
              <a:gdLst/>
              <a:ahLst/>
              <a:cxnLst/>
              <a:rect l="l" t="t" r="r" b="b"/>
              <a:pathLst>
                <a:path w="626110" h="139064">
                  <a:moveTo>
                    <a:pt x="605512" y="0"/>
                  </a:moveTo>
                  <a:lnTo>
                    <a:pt x="20319" y="0"/>
                  </a:lnTo>
                  <a:lnTo>
                    <a:pt x="11430" y="1269"/>
                  </a:lnTo>
                  <a:lnTo>
                    <a:pt x="5080" y="5079"/>
                  </a:lnTo>
                  <a:lnTo>
                    <a:pt x="1270" y="11429"/>
                  </a:lnTo>
                  <a:lnTo>
                    <a:pt x="0" y="20319"/>
                  </a:lnTo>
                  <a:lnTo>
                    <a:pt x="0" y="118744"/>
                  </a:lnTo>
                  <a:lnTo>
                    <a:pt x="1270" y="127635"/>
                  </a:lnTo>
                  <a:lnTo>
                    <a:pt x="5080" y="133985"/>
                  </a:lnTo>
                  <a:lnTo>
                    <a:pt x="11430" y="137795"/>
                  </a:lnTo>
                  <a:lnTo>
                    <a:pt x="20319" y="139064"/>
                  </a:lnTo>
                  <a:lnTo>
                    <a:pt x="605512" y="139064"/>
                  </a:lnTo>
                  <a:lnTo>
                    <a:pt x="614402" y="137795"/>
                  </a:lnTo>
                  <a:lnTo>
                    <a:pt x="620752" y="133985"/>
                  </a:lnTo>
                  <a:lnTo>
                    <a:pt x="624562" y="127635"/>
                  </a:lnTo>
                  <a:lnTo>
                    <a:pt x="625832" y="118744"/>
                  </a:lnTo>
                  <a:lnTo>
                    <a:pt x="625832" y="20319"/>
                  </a:lnTo>
                  <a:lnTo>
                    <a:pt x="624562" y="11429"/>
                  </a:lnTo>
                  <a:lnTo>
                    <a:pt x="620752" y="5079"/>
                  </a:lnTo>
                  <a:lnTo>
                    <a:pt x="614402" y="1269"/>
                  </a:lnTo>
                  <a:lnTo>
                    <a:pt x="605512" y="0"/>
                  </a:lnTo>
                  <a:close/>
                </a:path>
              </a:pathLst>
            </a:custGeom>
            <a:solidFill>
              <a:srgbClr val="000000">
                <a:alpha val="5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6549" y="4042578"/>
            <a:ext cx="61087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b="1" spc="-45" dirty="0">
                <a:solidFill>
                  <a:srgbClr val="FFFFFF"/>
                </a:solidFill>
                <a:latin typeface="Verdana"/>
                <a:cs typeface="Verdana"/>
              </a:rPr>
              <a:t>frame</a:t>
            </a:r>
            <a:r>
              <a:rPr sz="850" b="1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50" b="1" spc="-25" dirty="0">
                <a:solidFill>
                  <a:srgbClr val="FFFFFF"/>
                </a:solidFill>
                <a:latin typeface="Verdana"/>
                <a:cs typeface="Verdana"/>
              </a:rPr>
              <a:t>100</a:t>
            </a:r>
            <a:endParaRPr sz="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16</Words>
  <Application>Microsoft Macintosh PowerPoint</Application>
  <PresentationFormat>自訂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Calibri</vt:lpstr>
      <vt:lpstr>Verdana</vt:lpstr>
      <vt:lpstr>Office Theme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朱威達</cp:lastModifiedBy>
  <cp:revision>3</cp:revision>
  <dcterms:created xsi:type="dcterms:W3CDTF">2026-08-29T06:04:12Z</dcterms:created>
  <dcterms:modified xsi:type="dcterms:W3CDTF">2026-08-29T07:39:08Z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2026-06-25T00:00:00Z</vt:filetime>
  </property>
  <property fmtid="{D5CDD505-2E9C-101B-9397-08002B2CF9AE}" pid="4" name="Creator">
    <vt:lpwstr>Matplotlib v3.10.9, https://matplotlib.org</vt:lpwstr>
  </property>
  <property fmtid="{D5CDD505-2E9C-101B-9397-08002B2CF9AE}" pid="5" name="Producer">
    <vt:lpwstr>Matplotlib pdf backend v3.10.9</vt:lpwstr>
  </property>
  <property fmtid="{D5CDD505-2E9C-101B-9397-08002B2CF9AE}" pid="6" name="LastSaved">
    <vt:filetime>2026-06-25T00:00:00Z</vt:filetime>
  </property>
</Properties>
</file>